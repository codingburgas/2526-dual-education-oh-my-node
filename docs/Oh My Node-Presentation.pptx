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8"/>
  </p:notesMasterIdLst>
  <p:sldIdLst>
    <p:sldId id="279" r:id="rId2"/>
    <p:sldId id="256" r:id="rId3"/>
    <p:sldId id="280" r:id="rId4"/>
    <p:sldId id="261" r:id="rId5"/>
    <p:sldId id="281" r:id="rId6"/>
    <p:sldId id="282" r:id="rId7"/>
  </p:sldIdLst>
  <p:sldSz cx="9144000" cy="5143500" type="screen16x9"/>
  <p:notesSz cx="6858000" cy="9144000"/>
  <p:embeddedFontLst>
    <p:embeddedFont>
      <p:font typeface="Be Vietnam Pro" panose="020B0604020202020204" charset="0"/>
      <p:regular r:id="rId9"/>
      <p:bold r:id="rId10"/>
      <p:italic r:id="rId11"/>
      <p:boldItalic r:id="rId12"/>
    </p:embeddedFont>
    <p:embeddedFont>
      <p:font typeface="Be Vietnam Pro Medium" panose="020B0604020202020204" charset="0"/>
      <p:regular r:id="rId13"/>
      <p:bold r:id="rId14"/>
      <p:italic r:id="rId15"/>
      <p:boldItalic r:id="rId16"/>
    </p:embeddedFont>
    <p:embeddedFont>
      <p:font typeface="Be Vietnam Pro Thin" panose="020B0604020202020204" charset="0"/>
      <p:regular r:id="rId17"/>
      <p:bold r:id="rId18"/>
      <p:italic r:id="rId19"/>
      <p:boldItalic r:id="rId20"/>
    </p:embeddedFont>
    <p:embeddedFont>
      <p:font typeface="League Spartan" panose="020B0604020202020204" charset="0"/>
      <p:regular r:id="rId21"/>
      <p:bold r:id="rId22"/>
    </p:embeddedFont>
    <p:embeddedFont>
      <p:font typeface="Raleway" pitchFamily="2" charset="-52"/>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352054-ACFC-4734-883B-ECFAED71D02E}">
  <a:tblStyle styleId="{D5352054-ACFC-4734-883B-ECFAED71D02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816E2A0-97A2-4D7F-A92E-19B30B9A3E3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1509150" y="1010025"/>
            <a:ext cx="6125700" cy="2073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000">
                <a:latin typeface="Be Vietnam Pro"/>
                <a:ea typeface="Be Vietnam Pro"/>
                <a:cs typeface="Be Vietnam Pro"/>
                <a:sym typeface="Be Vietnam Pro"/>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3310950" y="3750175"/>
            <a:ext cx="2522100" cy="74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 name="Google Shape;24;p5"/>
          <p:cNvSpPr txBox="1">
            <a:spLocks noGrp="1"/>
          </p:cNvSpPr>
          <p:nvPr>
            <p:ph type="subTitle" idx="1"/>
          </p:nvPr>
        </p:nvSpPr>
        <p:spPr>
          <a:xfrm>
            <a:off x="4646725" y="2726550"/>
            <a:ext cx="27483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subTitle" idx="2"/>
          </p:nvPr>
        </p:nvSpPr>
        <p:spPr>
          <a:xfrm>
            <a:off x="720000" y="2726557"/>
            <a:ext cx="27483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 name="Google Shape;26;p5"/>
          <p:cNvSpPr txBox="1">
            <a:spLocks noGrp="1"/>
          </p:cNvSpPr>
          <p:nvPr>
            <p:ph type="subTitle" idx="3"/>
          </p:nvPr>
        </p:nvSpPr>
        <p:spPr>
          <a:xfrm>
            <a:off x="720000" y="2236104"/>
            <a:ext cx="2748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Be Vietnam Pro Medium"/>
                <a:ea typeface="Be Vietnam Pro Medium"/>
                <a:cs typeface="Be Vietnam Pro Medium"/>
                <a:sym typeface="Be Vietnam Pro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27" name="Google Shape;27;p5"/>
          <p:cNvSpPr txBox="1">
            <a:spLocks noGrp="1"/>
          </p:cNvSpPr>
          <p:nvPr>
            <p:ph type="subTitle" idx="4"/>
          </p:nvPr>
        </p:nvSpPr>
        <p:spPr>
          <a:xfrm>
            <a:off x="4646725" y="2236104"/>
            <a:ext cx="2748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Be Vietnam Pro Medium"/>
                <a:ea typeface="Be Vietnam Pro Medium"/>
                <a:cs typeface="Be Vietnam Pro Medium"/>
                <a:sym typeface="Be Vietnam Pro Medium"/>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pic>
        <p:nvPicPr>
          <p:cNvPr id="37" name="Google Shape;37;p8"/>
          <p:cNvPicPr preferRelativeResize="0"/>
          <p:nvPr/>
        </p:nvPicPr>
        <p:blipFill>
          <a:blip r:embed="rId2">
            <a:alphaModFix/>
          </a:blip>
          <a:stretch>
            <a:fillRect/>
          </a:stretch>
        </p:blipFill>
        <p:spPr>
          <a:xfrm rot="10800000" flipH="1">
            <a:off x="0" y="0"/>
            <a:ext cx="9144000" cy="5143500"/>
          </a:xfrm>
          <a:prstGeom prst="rect">
            <a:avLst/>
          </a:prstGeom>
          <a:noFill/>
          <a:ln>
            <a:noFill/>
          </a:ln>
        </p:spPr>
      </p:pic>
      <p:sp>
        <p:nvSpPr>
          <p:cNvPr id="38" name="Google Shape;38;p8"/>
          <p:cNvSpPr txBox="1">
            <a:spLocks noGrp="1"/>
          </p:cNvSpPr>
          <p:nvPr>
            <p:ph type="title"/>
          </p:nvPr>
        </p:nvSpPr>
        <p:spPr>
          <a:xfrm>
            <a:off x="2167150" y="1307100"/>
            <a:ext cx="48096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a:blip r:embed="rId2">
            <a:alphaModFix/>
          </a:blip>
          <a:stretch>
            <a:fillRect/>
          </a:stretch>
        </p:blipFill>
        <p:spPr>
          <a:xfrm flipH="1">
            <a:off x="0" y="0"/>
            <a:ext cx="9144000" cy="5143500"/>
          </a:xfrm>
          <a:prstGeom prst="rect">
            <a:avLst/>
          </a:prstGeom>
          <a:noFill/>
          <a:ln>
            <a:noFill/>
          </a:ln>
        </p:spPr>
      </p:pic>
      <p:sp>
        <p:nvSpPr>
          <p:cNvPr id="41" name="Google Shape;41;p9"/>
          <p:cNvSpPr txBox="1">
            <a:spLocks noGrp="1"/>
          </p:cNvSpPr>
          <p:nvPr>
            <p:ph type="title"/>
          </p:nvPr>
        </p:nvSpPr>
        <p:spPr>
          <a:xfrm>
            <a:off x="2201813"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2" name="Google Shape;42;p9"/>
          <p:cNvSpPr txBox="1">
            <a:spLocks noGrp="1"/>
          </p:cNvSpPr>
          <p:nvPr>
            <p:ph type="subTitle" idx="1"/>
          </p:nvPr>
        </p:nvSpPr>
        <p:spPr>
          <a:xfrm>
            <a:off x="2201888"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a:spLocks noGrp="1"/>
          </p:cNvSpPr>
          <p:nvPr>
            <p:ph type="pic" idx="2"/>
          </p:nvPr>
        </p:nvSpPr>
        <p:spPr>
          <a:xfrm>
            <a:off x="-6875" y="0"/>
            <a:ext cx="9144000" cy="5157300"/>
          </a:xfrm>
          <a:prstGeom prst="rect">
            <a:avLst/>
          </a:prstGeom>
          <a:noFill/>
          <a:ln>
            <a:noFill/>
          </a:ln>
        </p:spPr>
      </p:sp>
      <p:sp>
        <p:nvSpPr>
          <p:cNvPr id="45" name="Google Shape;45;p10"/>
          <p:cNvSpPr txBox="1">
            <a:spLocks noGrp="1"/>
          </p:cNvSpPr>
          <p:nvPr>
            <p:ph type="title"/>
          </p:nvPr>
        </p:nvSpPr>
        <p:spPr>
          <a:xfrm>
            <a:off x="720000" y="4038000"/>
            <a:ext cx="77040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53"/>
        <p:cNvGrpSpPr/>
        <p:nvPr/>
      </p:nvGrpSpPr>
      <p:grpSpPr>
        <a:xfrm>
          <a:off x="0" y="0"/>
          <a:ext cx="0" cy="0"/>
          <a:chOff x="0" y="0"/>
          <a:chExt cx="0" cy="0"/>
        </a:xfrm>
      </p:grpSpPr>
      <p:pic>
        <p:nvPicPr>
          <p:cNvPr id="154" name="Google Shape;154;p28"/>
          <p:cNvPicPr preferRelativeResize="0"/>
          <p:nvPr/>
        </p:nvPicPr>
        <p:blipFill>
          <a:blip r:embed="rId2">
            <a:alphaModFix/>
          </a:blip>
          <a:stretch>
            <a:fillRect/>
          </a:stretch>
        </p:blipFill>
        <p:spPr>
          <a:xfrm>
            <a:off x="0" y="0"/>
            <a:ext cx="9143990"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55"/>
        <p:cNvGrpSpPr/>
        <p:nvPr/>
      </p:nvGrpSpPr>
      <p:grpSpPr>
        <a:xfrm>
          <a:off x="0" y="0"/>
          <a:ext cx="0" cy="0"/>
          <a:chOff x="0" y="0"/>
          <a:chExt cx="0" cy="0"/>
        </a:xfrm>
      </p:grpSpPr>
      <p:pic>
        <p:nvPicPr>
          <p:cNvPr id="156" name="Google Shape;156;p29"/>
          <p:cNvPicPr preferRelativeResize="0"/>
          <p:nvPr/>
        </p:nvPicPr>
        <p:blipFill>
          <a:blip r:embed="rId2">
            <a:alphaModFix/>
          </a:blip>
          <a:stretch>
            <a:fillRect/>
          </a:stretch>
        </p:blipFill>
        <p:spPr>
          <a:xfrm>
            <a:off x="0" y="0"/>
            <a:ext cx="9144000" cy="51435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e Vietnam Pro Medium"/>
              <a:buNone/>
              <a:defRPr sz="3000">
                <a:solidFill>
                  <a:schemeClr val="dk1"/>
                </a:solidFill>
                <a:latin typeface="Be Vietnam Pro Medium"/>
                <a:ea typeface="Be Vietnam Pro Medium"/>
                <a:cs typeface="Be Vietnam Pro Medium"/>
                <a:sym typeface="Be Vietnam Pro Medium"/>
              </a:defRPr>
            </a:lvl1pPr>
            <a:lvl2pPr lvl="1"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2pPr>
            <a:lvl3pPr lvl="2"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3pPr>
            <a:lvl4pPr lvl="3"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4pPr>
            <a:lvl5pPr lvl="4"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5pPr>
            <a:lvl6pPr lvl="5"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6pPr>
            <a:lvl7pPr lvl="6"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7pPr>
            <a:lvl8pPr lvl="7"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8pPr>
            <a:lvl9pPr lvl="8" rtl="0">
              <a:spcBef>
                <a:spcPts val="0"/>
              </a:spcBef>
              <a:spcAft>
                <a:spcPts val="0"/>
              </a:spcAft>
              <a:buClr>
                <a:schemeClr val="dk1"/>
              </a:buClr>
              <a:buSzPts val="3500"/>
              <a:buFont typeface="Be Vietnam Pro Medium"/>
              <a:buNone/>
              <a:defRPr sz="3500">
                <a:solidFill>
                  <a:schemeClr val="dk1"/>
                </a:solidFill>
                <a:latin typeface="Be Vietnam Pro Medium"/>
                <a:ea typeface="Be Vietnam Pro Medium"/>
                <a:cs typeface="Be Vietnam Pro Medium"/>
                <a:sym typeface="Be Vietnam Pro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1pPr>
            <a:lvl2pPr marL="914400" lvl="1"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2pPr>
            <a:lvl3pPr marL="1371600" lvl="2"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3pPr>
            <a:lvl4pPr marL="1828800" lvl="3"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4pPr>
            <a:lvl5pPr marL="2286000" lvl="4"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5pPr>
            <a:lvl6pPr marL="2743200" lvl="5"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6pPr>
            <a:lvl7pPr marL="3200400" lvl="6"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7pPr>
            <a:lvl8pPr marL="3657600" lvl="7"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8pPr>
            <a:lvl9pPr marL="4114800" lvl="8" indent="-317500">
              <a:lnSpc>
                <a:spcPct val="100000"/>
              </a:lnSpc>
              <a:spcBef>
                <a:spcPts val="0"/>
              </a:spcBef>
              <a:spcAft>
                <a:spcPts val="0"/>
              </a:spcAft>
              <a:buClr>
                <a:schemeClr val="dk1"/>
              </a:buClr>
              <a:buSzPts val="1400"/>
              <a:buFont typeface="League Spartan"/>
              <a:buChar char="■"/>
              <a:defRPr>
                <a:solidFill>
                  <a:schemeClr val="dk1"/>
                </a:solidFill>
                <a:latin typeface="League Spartan"/>
                <a:ea typeface="League Spartan"/>
                <a:cs typeface="League Spartan"/>
                <a:sym typeface="League Spart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6" r:id="rId5"/>
    <p:sldLayoutId id="2147483674" r:id="rId6"/>
    <p:sldLayoutId id="214748367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7.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0490" y="893135"/>
            <a:ext cx="3293482" cy="3259175"/>
          </a:xfrm>
          <a:prstGeom prst="ellipse">
            <a:avLst/>
          </a:prstGeom>
          <a:ln w="6350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9214826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3"/>
          <p:cNvSpPr txBox="1">
            <a:spLocks noGrp="1"/>
          </p:cNvSpPr>
          <p:nvPr>
            <p:ph type="ctrTitle"/>
          </p:nvPr>
        </p:nvSpPr>
        <p:spPr>
          <a:xfrm>
            <a:off x="1565857" y="1414062"/>
            <a:ext cx="6125700" cy="207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700" b="1" dirty="0"/>
              <a:t>Oh My Node</a:t>
            </a:r>
            <a:endParaRPr sz="6700" b="1" dirty="0"/>
          </a:p>
          <a:p>
            <a:pPr lvl="0"/>
            <a:r>
              <a:rPr lang="en" sz="6700" dirty="0"/>
              <a:t> </a:t>
            </a:r>
            <a:r>
              <a:rPr lang="en" sz="1800" dirty="0">
                <a:latin typeface="Be Vietnam Pro Thin"/>
                <a:ea typeface="Be Vietnam Pro Thin"/>
                <a:cs typeface="Be Vietnam Pro Thin"/>
                <a:sym typeface="Be Vietnam Pro Thin"/>
              </a:rPr>
              <a:t>-</a:t>
            </a:r>
            <a:r>
              <a:rPr lang="en-US" sz="1800" dirty="0">
                <a:latin typeface="Be Vietnam Pro Thin"/>
                <a:ea typeface="Be Vietnam Pro Thin"/>
                <a:cs typeface="Be Vietnam Pro Thin"/>
                <a:sym typeface="Be Vietnam Pro Thin"/>
              </a:rPr>
              <a:t>9-grade-html-css-js-project</a:t>
            </a:r>
            <a:r>
              <a:rPr lang="en" sz="1800" dirty="0">
                <a:latin typeface="Be Vietnam Pro Thin"/>
                <a:ea typeface="Be Vietnam Pro Thin"/>
                <a:cs typeface="Be Vietnam Pro Thin"/>
                <a:sym typeface="Be Vietnam Pro Thin"/>
              </a:rPr>
              <a:t>-</a:t>
            </a:r>
            <a:endParaRPr sz="1800" dirty="0">
              <a:latin typeface="Be Vietnam Pro Thin"/>
              <a:ea typeface="Be Vietnam Pro Thin"/>
              <a:cs typeface="Be Vietnam Pro Thin"/>
              <a:sym typeface="Be Vietnam Pro Thin"/>
            </a:endParaRPr>
          </a:p>
        </p:txBody>
      </p:sp>
      <p:pic>
        <p:nvPicPr>
          <p:cNvPr id="2" name="Picture 1"/>
          <p:cNvPicPr>
            <a:picLocks noChangeAspect="1"/>
          </p:cNvPicPr>
          <p:nvPr/>
        </p:nvPicPr>
        <p:blipFill>
          <a:blip r:embed="rId3"/>
          <a:stretch>
            <a:fillRect/>
          </a:stretch>
        </p:blipFill>
        <p:spPr>
          <a:xfrm rot="1779939" flipV="1">
            <a:off x="8604099" y="19390"/>
            <a:ext cx="540593" cy="534586"/>
          </a:xfrm>
          <a:prstGeom prst="ellipse">
            <a:avLst/>
          </a:prstGeom>
          <a:ln w="635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6902" y="1936841"/>
            <a:ext cx="1702096" cy="1777408"/>
          </a:xfrm>
          <a:prstGeom prst="rect">
            <a:avLst/>
          </a:prstGeom>
        </p:spPr>
      </p:pic>
      <p:sp>
        <p:nvSpPr>
          <p:cNvPr id="2" name="TextBox 1"/>
          <p:cNvSpPr txBox="1"/>
          <p:nvPr/>
        </p:nvSpPr>
        <p:spPr>
          <a:xfrm>
            <a:off x="1878419" y="928577"/>
            <a:ext cx="5309191" cy="830997"/>
          </a:xfrm>
          <a:prstGeom prst="rect">
            <a:avLst/>
          </a:prstGeom>
          <a:noFill/>
        </p:spPr>
        <p:txBody>
          <a:bodyPr wrap="square" rtlCol="0">
            <a:spAutoFit/>
          </a:bodyPr>
          <a:lstStyle/>
          <a:p>
            <a:pPr algn="ctr"/>
            <a:r>
              <a:rPr lang="en-US" sz="4800" dirty="0">
                <a:solidFill>
                  <a:schemeClr val="tx1"/>
                </a:solidFill>
                <a:latin typeface="Be Vietnam Pro Medium" panose="020B0604020202020204" charset="0"/>
              </a:rPr>
              <a:t>OUR TEAM</a:t>
            </a:r>
            <a:endParaRPr lang="bg-BG" sz="4800" dirty="0">
              <a:solidFill>
                <a:schemeClr val="tx1"/>
              </a:solidFill>
            </a:endParaRPr>
          </a:p>
        </p:txBody>
      </p:sp>
      <p:pic>
        <p:nvPicPr>
          <p:cNvPr id="3" name="Picture 2"/>
          <p:cNvPicPr>
            <a:picLocks noChangeAspect="1"/>
          </p:cNvPicPr>
          <p:nvPr/>
        </p:nvPicPr>
        <p:blipFill>
          <a:blip r:embed="rId3"/>
          <a:srcRect/>
          <a:stretch/>
        </p:blipFill>
        <p:spPr>
          <a:xfrm>
            <a:off x="2522930" y="1936842"/>
            <a:ext cx="1777407" cy="1777407"/>
          </a:xfrm>
          <a:prstGeom prst="rect">
            <a:avLst/>
          </a:prstGeom>
        </p:spPr>
      </p:pic>
      <p:sp>
        <p:nvSpPr>
          <p:cNvPr id="5" name="TextBox 4"/>
          <p:cNvSpPr txBox="1"/>
          <p:nvPr/>
        </p:nvSpPr>
        <p:spPr>
          <a:xfrm>
            <a:off x="2539231" y="3891517"/>
            <a:ext cx="1715386" cy="307777"/>
          </a:xfrm>
          <a:prstGeom prst="rect">
            <a:avLst/>
          </a:prstGeom>
          <a:noFill/>
        </p:spPr>
        <p:txBody>
          <a:bodyPr wrap="square" rtlCol="0">
            <a:spAutoFit/>
          </a:bodyPr>
          <a:lstStyle/>
          <a:p>
            <a:pPr algn="ctr"/>
            <a:r>
              <a:rPr lang="en-US" b="1"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Denislav Dimov</a:t>
            </a:r>
            <a:endParaRPr lang="bg-BG" b="1"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p:cNvSpPr txBox="1"/>
          <p:nvPr/>
        </p:nvSpPr>
        <p:spPr>
          <a:xfrm>
            <a:off x="4871306" y="3870251"/>
            <a:ext cx="1601972" cy="307777"/>
          </a:xfrm>
          <a:prstGeom prst="rect">
            <a:avLst/>
          </a:prstGeom>
          <a:noFill/>
        </p:spPr>
        <p:txBody>
          <a:bodyPr wrap="square" rtlCol="0">
            <a:spAutoFit/>
          </a:bodyPr>
          <a:lstStyle/>
          <a:p>
            <a:pPr algn="ctr"/>
            <a:r>
              <a:rPr lang="en-US" b="1"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Georgi Georgiev</a:t>
            </a:r>
            <a:endParaRPr lang="bg-BG" b="1" i="1" dirty="0">
              <a:solidFill>
                <a:schemeClr val="tx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CEB8F025-1573-AEA1-CDD2-A50A87FBE75A}"/>
              </a:ext>
            </a:extLst>
          </p:cNvPr>
          <p:cNvPicPr>
            <a:picLocks noChangeAspect="1"/>
          </p:cNvPicPr>
          <p:nvPr/>
        </p:nvPicPr>
        <p:blipFill>
          <a:blip r:embed="rId4"/>
          <a:stretch>
            <a:fillRect/>
          </a:stretch>
        </p:blipFill>
        <p:spPr>
          <a:xfrm rot="18686674" flipV="1">
            <a:off x="54459" y="112239"/>
            <a:ext cx="540593" cy="534586"/>
          </a:xfrm>
          <a:prstGeom prst="ellipse">
            <a:avLst/>
          </a:prstGeom>
          <a:ln w="635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16592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1" name="Google Shape;221;p38"/>
          <p:cNvSpPr txBox="1">
            <a:spLocks noGrp="1"/>
          </p:cNvSpPr>
          <p:nvPr>
            <p:ph type="title"/>
          </p:nvPr>
        </p:nvSpPr>
        <p:spPr>
          <a:xfrm>
            <a:off x="2017172" y="686027"/>
            <a:ext cx="5184614" cy="102226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t>OUR MISSION</a:t>
            </a:r>
            <a:endParaRPr sz="4800" dirty="0"/>
          </a:p>
        </p:txBody>
      </p:sp>
      <p:sp>
        <p:nvSpPr>
          <p:cNvPr id="2" name="TextBox 1"/>
          <p:cNvSpPr txBox="1"/>
          <p:nvPr/>
        </p:nvSpPr>
        <p:spPr>
          <a:xfrm>
            <a:off x="496187" y="1679945"/>
            <a:ext cx="4153786" cy="2677656"/>
          </a:xfrm>
          <a:prstGeom prst="rect">
            <a:avLst/>
          </a:prstGeom>
          <a:noFill/>
        </p:spPr>
        <p:txBody>
          <a:bodyPr wrap="square" rtlCol="0">
            <a:spAutoFit/>
          </a:bodyPr>
          <a:lstStyle/>
          <a:p>
            <a:r>
              <a:rPr lang="en-US" dirty="0">
                <a:solidFill>
                  <a:schemeClr val="tx1"/>
                </a:solidFill>
              </a:rPr>
              <a:t>Our mission is to make academic progress visible, actionable, and motivating. The Student Progress Dashboard brings together grades, attendance, assignments, and achievements in one unified platform - eliminating the guesswork and giving students a clear, real-time picture of where they stand. We believe that when students have access to the right information at the right time, they are better equipped to make decisions, stay organized, and reach their full potential. Our goal is to bridge the gap between raw academic data and meaningful personal growth.</a:t>
            </a:r>
            <a:endParaRPr lang="bg-BG"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0977" y="1847021"/>
            <a:ext cx="3852934" cy="2143734"/>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E3738D65-8EFA-C6BB-721F-1CC06A25BC78}"/>
              </a:ext>
            </a:extLst>
          </p:cNvPr>
          <p:cNvPicPr>
            <a:picLocks noChangeAspect="1"/>
          </p:cNvPicPr>
          <p:nvPr/>
        </p:nvPicPr>
        <p:blipFill>
          <a:blip r:embed="rId4"/>
          <a:stretch>
            <a:fillRect/>
          </a:stretch>
        </p:blipFill>
        <p:spPr>
          <a:xfrm rot="13086974" flipV="1">
            <a:off x="46841" y="4583769"/>
            <a:ext cx="540593" cy="534586"/>
          </a:xfrm>
          <a:prstGeom prst="ellipse">
            <a:avLst/>
          </a:prstGeom>
          <a:ln w="635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50066" y="694660"/>
            <a:ext cx="5103628" cy="830997"/>
          </a:xfrm>
          <a:prstGeom prst="rect">
            <a:avLst/>
          </a:prstGeom>
          <a:noFill/>
        </p:spPr>
        <p:txBody>
          <a:bodyPr wrap="square" rtlCol="0">
            <a:spAutoFit/>
          </a:bodyPr>
          <a:lstStyle/>
          <a:p>
            <a:pPr algn="ctr"/>
            <a:r>
              <a:rPr lang="en-US" sz="4800" dirty="0">
                <a:solidFill>
                  <a:schemeClr val="tx1"/>
                </a:solidFill>
                <a:latin typeface="Be Vietnam Pro Medium" panose="020B0604020202020204" charset="0"/>
              </a:rPr>
              <a:t>TECH STACK</a:t>
            </a:r>
            <a:endParaRPr lang="bg-BG" sz="4800" dirty="0">
              <a:solidFill>
                <a:schemeClr val="tx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6511" y="1787711"/>
            <a:ext cx="1005574" cy="89480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8483" y="1780621"/>
            <a:ext cx="928577" cy="92857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8823" y="3006910"/>
            <a:ext cx="900591" cy="949842"/>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8250" y="1638852"/>
            <a:ext cx="1220530" cy="1220530"/>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9513" y="3006910"/>
            <a:ext cx="1028095" cy="1013637"/>
          </a:xfrm>
          <a:prstGeom prst="rect">
            <a:avLst/>
          </a:prstGeom>
        </p:spPr>
      </p:pic>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30334" y="1891493"/>
            <a:ext cx="1377570" cy="842685"/>
          </a:xfrm>
          <a:prstGeom prst="rect">
            <a:avLst/>
          </a:prstGeom>
        </p:spPr>
      </p:pic>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23342" y="2950203"/>
            <a:ext cx="1060704" cy="1063256"/>
          </a:xfrm>
          <a:prstGeom prst="rect">
            <a:avLst/>
          </a:prstGeom>
        </p:spPr>
      </p:pic>
      <p:pic>
        <p:nvPicPr>
          <p:cNvPr id="1032" name="Picture 8" descr="framer-motion - Codesandbox">
            <a:extLst>
              <a:ext uri="{FF2B5EF4-FFF2-40B4-BE49-F238E27FC236}">
                <a16:creationId xmlns:a16="http://schemas.microsoft.com/office/drawing/2014/main" id="{2035E3C8-95E3-848F-292C-8BF27CFD4C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07881" y="3161197"/>
            <a:ext cx="1333089" cy="128764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F03BC3F-04E9-5D2F-1EEC-6A036055218C}"/>
              </a:ext>
            </a:extLst>
          </p:cNvPr>
          <p:cNvPicPr>
            <a:picLocks noChangeAspect="1"/>
          </p:cNvPicPr>
          <p:nvPr/>
        </p:nvPicPr>
        <p:blipFill>
          <a:blip r:embed="rId10"/>
          <a:stretch>
            <a:fillRect/>
          </a:stretch>
        </p:blipFill>
        <p:spPr>
          <a:xfrm rot="8144372" flipV="1">
            <a:off x="8588862" y="4561622"/>
            <a:ext cx="540593" cy="534586"/>
          </a:xfrm>
          <a:prstGeom prst="ellipse">
            <a:avLst/>
          </a:prstGeom>
          <a:ln w="635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137960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6810" y="1672855"/>
            <a:ext cx="7683795" cy="830997"/>
          </a:xfrm>
          <a:prstGeom prst="rect">
            <a:avLst/>
          </a:prstGeom>
          <a:noFill/>
        </p:spPr>
        <p:txBody>
          <a:bodyPr wrap="square" rtlCol="0">
            <a:spAutoFit/>
          </a:bodyPr>
          <a:lstStyle/>
          <a:p>
            <a:pPr algn="just"/>
            <a:r>
              <a:rPr lang="en-US" sz="4800" b="1" i="1" dirty="0">
                <a:solidFill>
                  <a:schemeClr val="tx1"/>
                </a:solidFill>
                <a:latin typeface="Be Vietnam Pro Medium" panose="020B0604020202020204" charset="0"/>
              </a:rPr>
              <a:t>LET’S START THE DEMO</a:t>
            </a:r>
            <a:endParaRPr lang="bg-BG" sz="4800" b="1" i="1" dirty="0">
              <a:solidFill>
                <a:schemeClr val="tx1"/>
              </a:solidFill>
            </a:endParaRPr>
          </a:p>
        </p:txBody>
      </p:sp>
      <p:pic>
        <p:nvPicPr>
          <p:cNvPr id="4" name="Picture 3">
            <a:extLst>
              <a:ext uri="{FF2B5EF4-FFF2-40B4-BE49-F238E27FC236}">
                <a16:creationId xmlns:a16="http://schemas.microsoft.com/office/drawing/2014/main" id="{D4630D68-B27C-7CF0-56E6-9F641E9B3FF5}"/>
              </a:ext>
            </a:extLst>
          </p:cNvPr>
          <p:cNvPicPr>
            <a:picLocks noChangeAspect="1"/>
          </p:cNvPicPr>
          <p:nvPr/>
        </p:nvPicPr>
        <p:blipFill>
          <a:blip r:embed="rId2"/>
          <a:stretch>
            <a:fillRect/>
          </a:stretch>
        </p:blipFill>
        <p:spPr>
          <a:xfrm rot="10800000" flipV="1">
            <a:off x="4051964" y="2639649"/>
            <a:ext cx="1040072" cy="1028515"/>
          </a:xfrm>
          <a:prstGeom prst="ellipse">
            <a:avLst/>
          </a:prstGeom>
          <a:ln w="6350" cap="rnd">
            <a:solidFill>
              <a:schemeClr val="tx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29701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Paraphilia Case Study by Slidesgo">
  <a:themeElements>
    <a:clrScheme name="Simple Light">
      <a:dk1>
        <a:srgbClr val="FFFFFF"/>
      </a:dk1>
      <a:lt1>
        <a:srgbClr val="000000"/>
      </a:lt1>
      <a:dk2>
        <a:srgbClr val="A80000"/>
      </a:dk2>
      <a:lt2>
        <a:srgbClr val="C90000"/>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119</Words>
  <Application>Microsoft Office PowerPoint</Application>
  <PresentationFormat>On-screen Show (16:9)</PresentationFormat>
  <Paragraphs>9</Paragraphs>
  <Slides>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Be Vietnam Pro Thin</vt:lpstr>
      <vt:lpstr>Arial</vt:lpstr>
      <vt:lpstr>Be Vietnam Pro Medium</vt:lpstr>
      <vt:lpstr>Calibri</vt:lpstr>
      <vt:lpstr>Raleway</vt:lpstr>
      <vt:lpstr>Be Vietnam Pro</vt:lpstr>
      <vt:lpstr>League Spartan</vt:lpstr>
      <vt:lpstr>Paraphilia Case Study by Slidesgo</vt:lpstr>
      <vt:lpstr>PowerPoint Presentation</vt:lpstr>
      <vt:lpstr>Oh My Node  -9-grade-html-css-js-project-</vt:lpstr>
      <vt:lpstr>PowerPoint Presentation</vt:lpstr>
      <vt:lpstr>OUR MISSION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Georgi Georgiev</dc:creator>
  <cp:lastModifiedBy>Denislav Dimov</cp:lastModifiedBy>
  <cp:revision>16</cp:revision>
  <dcterms:modified xsi:type="dcterms:W3CDTF">2026-04-04T19:06:47Z</dcterms:modified>
</cp:coreProperties>
</file>